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Endnotes of the 2024 Briefing on Recent Threats in the Red Sea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Page Information:</a:t>
            </a:r>
          </a:p>
          <a:p>
            <a:pPr>
              <a:defRPr sz="2000"/>
            </a:pPr>
            <a:r>
              <a:t>- Document is sourced from "../pdfs/2024_BRIEFING.pdf" and is located on page 0, with additional content on page 6.</a:t>
            </a:r>
          </a:p>
          <a:p>
            <a:pPr>
              <a:defRPr sz="2000"/>
            </a:pPr>
            <a:r>
              <a:t>2. Authorship and Graphics:</a:t>
            </a:r>
          </a:p>
          <a:p>
            <a:pPr>
              <a:defRPr sz="2000"/>
            </a:pPr>
            <a:r>
              <a:t>- Authored by Angelos Delivorias with graphics by Samy Chahri.</a:t>
            </a:r>
          </a:p>
          <a:p>
            <a:pPr>
              <a:defRPr sz="2000"/>
            </a:pPr>
            <a:r>
              <a:t>3. Publishing Details:</a:t>
            </a:r>
          </a:p>
          <a:p>
            <a:pPr>
              <a:defRPr sz="2000"/>
            </a:pPr>
            <a:r>
              <a:t>- Published by the European Parliamentary Research Service (EPRS), document number PE 760.390, dated March 2024.</a:t>
            </a:r>
          </a:p>
          <a:p>
            <a:pPr>
              <a:defRPr sz="2000"/>
            </a:pPr>
            <a:r>
              <a:t>4. Geopolitical Focus:</a:t>
            </a:r>
          </a:p>
          <a:p>
            <a:pPr>
              <a:defRPr sz="2000"/>
            </a:pPr>
            <a:r>
              <a:t>- The briefing mainly discusses recent threats in the Red Sea, specifically targeting the economic impacts on both regional and EU levels.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5. Key Events and Responses:</a:t>
            </a:r>
          </a:p>
          <a:p>
            <a:pPr>
              <a:defRPr sz="2000"/>
            </a:pPr>
            <a:r>
              <a:t>- Describes attacks by the Iran-backed Houthi militia on Western commercial ships near the Bab el-Mandeb Strait, leading to major shipping diversions.</a:t>
            </a:r>
          </a:p>
          <a:p>
            <a:pPr>
              <a:defRPr sz="2000"/>
            </a:pPr>
            <a:r>
              <a:t>6. Economic Consequences:</a:t>
            </a:r>
          </a:p>
          <a:p>
            <a:pPr>
              <a:defRPr sz="2000"/>
            </a:pPr>
            <a:r>
              <a:t>- Highlights the economic repercussions, including increased shipping times and costs, disrupted global supply chains, and potential inflation rises.</a:t>
            </a:r>
          </a:p>
          <a:p>
            <a:pPr>
              <a:defRPr sz="2000"/>
            </a:pPr>
            <a:r>
              <a:t>7. Central Bank Policies:</a:t>
            </a:r>
          </a:p>
          <a:p>
            <a:pPr>
              <a:defRPr sz="2000"/>
            </a:pPr>
            <a:r>
              <a:t>- Discusses potential implications for central bank policies in the US and EU, particularly regarding interest rates and their impact on developing nations.</a:t>
            </a:r>
          </a:p>
          <a:p>
            <a:pPr>
              <a:defRPr sz="2000"/>
            </a:pPr>
            <a:r>
              <a:t>8. Maritime and Regional Income Effects:</a:t>
            </a:r>
          </a:p>
          <a:p>
            <a:pPr>
              <a:defRPr sz="2000"/>
            </a:pPr>
            <a:r>
              <a:t>- Notes decreased income from maritime fees and potential worsening of economic situations in affected regional countries.</a:t>
            </a:r>
          </a:p>
          <a:p>
            <a:pPr>
              <a:defRPr sz="2000"/>
            </a:pPr>
            <a:r>
              <a:t>9. Submarine Communication Cables:</a:t>
            </a:r>
          </a:p>
          <a:p>
            <a:pPr>
              <a:defRPr sz="2000"/>
            </a:pPr>
            <a:r>
              <a:t>- Reports on damage to submarine communication cables, categorized as critical infrastructure, and subsequent EU actions to enhance security and resilience.</a:t>
            </a:r>
          </a:p>
          <a:p>
            <a:pPr>
              <a:defRPr sz="2000"/>
            </a:pPr>
            <a:r>
              <a:t>10. EU Legislative Actions:</a:t>
            </a:r>
          </a:p>
          <a:p>
            <a:pPr>
              <a:defRPr sz="2000"/>
            </a:pPr>
            <a:r>
              <a:t>- Details the European Commission's recommendations and actions following suspected sabotage incidents, aimed at strengthening the security and resilience of submarine cable infrastructures.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